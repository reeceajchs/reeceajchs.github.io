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2" d="100"/>
          <a:sy n="22" d="100"/>
        </p:scale>
        <p:origin x="33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5387342"/>
            <a:ext cx="18653760" cy="1146048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6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1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8206749"/>
            <a:ext cx="18928080" cy="13693138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22029429"/>
            <a:ext cx="18928080" cy="7200898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35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3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1752607"/>
            <a:ext cx="1892808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8069582"/>
            <a:ext cx="9284016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12024360"/>
            <a:ext cx="928401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8069582"/>
            <a:ext cx="9329738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12024360"/>
            <a:ext cx="932973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3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2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9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4739647"/>
            <a:ext cx="11109960" cy="233934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4739647"/>
            <a:ext cx="11109960" cy="233934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7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9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1752600"/>
            <a:ext cx="473202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1752600"/>
            <a:ext cx="1392174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2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1752607"/>
            <a:ext cx="189280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8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Reece, Alan</dc:creator>
  <cp:lastModifiedBy>Reece, Alan</cp:lastModifiedBy>
  <cp:revision>4</cp:revision>
  <dcterms:created xsi:type="dcterms:W3CDTF">2025-11-03T19:38:36Z</dcterms:created>
  <dcterms:modified xsi:type="dcterms:W3CDTF">2025-11-03T19:40:30Z</dcterms:modified>
</cp:coreProperties>
</file>