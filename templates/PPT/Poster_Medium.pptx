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64592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3" d="100"/>
          <a:sy n="33" d="100"/>
        </p:scale>
        <p:origin x="31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4440" y="3591562"/>
            <a:ext cx="13990320" cy="7640320"/>
          </a:xfrm>
        </p:spPr>
        <p:txBody>
          <a:bodyPr anchor="b"/>
          <a:lstStyle>
            <a:lvl1pPr algn="ctr">
              <a:defRPr sz="10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11526522"/>
            <a:ext cx="12344400" cy="5298438"/>
          </a:xfrm>
        </p:spPr>
        <p:txBody>
          <a:bodyPr/>
          <a:lstStyle>
            <a:lvl1pPr marL="0" indent="0" algn="ctr">
              <a:buNone/>
              <a:defRPr sz="4320"/>
            </a:lvl1pPr>
            <a:lvl2pPr marL="822960" indent="0" algn="ctr">
              <a:buNone/>
              <a:defRPr sz="3600"/>
            </a:lvl2pPr>
            <a:lvl3pPr marL="1645920" indent="0" algn="ctr">
              <a:buNone/>
              <a:defRPr sz="3240"/>
            </a:lvl3pPr>
            <a:lvl4pPr marL="2468880" indent="0" algn="ctr">
              <a:buNone/>
              <a:defRPr sz="2880"/>
            </a:lvl4pPr>
            <a:lvl5pPr marL="3291840" indent="0" algn="ctr">
              <a:buNone/>
              <a:defRPr sz="2880"/>
            </a:lvl5pPr>
            <a:lvl6pPr marL="4114800" indent="0" algn="ctr">
              <a:buNone/>
              <a:defRPr sz="2880"/>
            </a:lvl6pPr>
            <a:lvl7pPr marL="4937760" indent="0" algn="ctr">
              <a:buNone/>
              <a:defRPr sz="2880"/>
            </a:lvl7pPr>
            <a:lvl8pPr marL="5760720" indent="0" algn="ctr">
              <a:buNone/>
              <a:defRPr sz="2880"/>
            </a:lvl8pPr>
            <a:lvl9pPr marL="6583680" indent="0" algn="ctr">
              <a:buNone/>
              <a:defRPr sz="28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681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67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998" y="5471167"/>
            <a:ext cx="14196060" cy="9128758"/>
          </a:xfrm>
        </p:spPr>
        <p:txBody>
          <a:bodyPr anchor="b"/>
          <a:lstStyle>
            <a:lvl1pPr>
              <a:defRPr sz="10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2998" y="14686287"/>
            <a:ext cx="14196060" cy="4800598"/>
          </a:xfrm>
        </p:spPr>
        <p:txBody>
          <a:bodyPr/>
          <a:lstStyle>
            <a:lvl1pPr marL="0" indent="0">
              <a:buNone/>
              <a:defRPr sz="4320">
                <a:solidFill>
                  <a:schemeClr val="tx1">
                    <a:tint val="82000"/>
                  </a:schemeClr>
                </a:solidFill>
              </a:defRPr>
            </a:lvl1pPr>
            <a:lvl2pPr marL="82296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2pPr>
            <a:lvl3pPr marL="1645920" indent="0">
              <a:buNone/>
              <a:defRPr sz="3240">
                <a:solidFill>
                  <a:schemeClr val="tx1">
                    <a:tint val="82000"/>
                  </a:schemeClr>
                </a:solidFill>
              </a:defRPr>
            </a:lvl3pPr>
            <a:lvl4pPr marL="246888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4pPr>
            <a:lvl5pPr marL="329184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5pPr>
            <a:lvl6pPr marL="411480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6pPr>
            <a:lvl7pPr marL="493776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7pPr>
            <a:lvl8pPr marL="576072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8pPr>
            <a:lvl9pPr marL="658368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78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1570" y="5842000"/>
            <a:ext cx="699516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2470" y="5842000"/>
            <a:ext cx="699516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423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1168405"/>
            <a:ext cx="1419606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3716" y="5379722"/>
            <a:ext cx="6963012" cy="2636518"/>
          </a:xfrm>
        </p:spPr>
        <p:txBody>
          <a:bodyPr anchor="b"/>
          <a:lstStyle>
            <a:lvl1pPr marL="0" indent="0">
              <a:buNone/>
              <a:defRPr sz="4320" b="1"/>
            </a:lvl1pPr>
            <a:lvl2pPr marL="822960" indent="0">
              <a:buNone/>
              <a:defRPr sz="3600" b="1"/>
            </a:lvl2pPr>
            <a:lvl3pPr marL="1645920" indent="0">
              <a:buNone/>
              <a:defRPr sz="3240" b="1"/>
            </a:lvl3pPr>
            <a:lvl4pPr marL="2468880" indent="0">
              <a:buNone/>
              <a:defRPr sz="2880" b="1"/>
            </a:lvl4pPr>
            <a:lvl5pPr marL="3291840" indent="0">
              <a:buNone/>
              <a:defRPr sz="2880" b="1"/>
            </a:lvl5pPr>
            <a:lvl6pPr marL="4114800" indent="0">
              <a:buNone/>
              <a:defRPr sz="2880" b="1"/>
            </a:lvl6pPr>
            <a:lvl7pPr marL="4937760" indent="0">
              <a:buNone/>
              <a:defRPr sz="2880" b="1"/>
            </a:lvl7pPr>
            <a:lvl8pPr marL="5760720" indent="0">
              <a:buNone/>
              <a:defRPr sz="2880" b="1"/>
            </a:lvl8pPr>
            <a:lvl9pPr marL="6583680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3716" y="8016240"/>
            <a:ext cx="6963012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32471" y="5379722"/>
            <a:ext cx="6997304" cy="2636518"/>
          </a:xfrm>
        </p:spPr>
        <p:txBody>
          <a:bodyPr anchor="b"/>
          <a:lstStyle>
            <a:lvl1pPr marL="0" indent="0">
              <a:buNone/>
              <a:defRPr sz="4320" b="1"/>
            </a:lvl1pPr>
            <a:lvl2pPr marL="822960" indent="0">
              <a:buNone/>
              <a:defRPr sz="3600" b="1"/>
            </a:lvl2pPr>
            <a:lvl3pPr marL="1645920" indent="0">
              <a:buNone/>
              <a:defRPr sz="3240" b="1"/>
            </a:lvl3pPr>
            <a:lvl4pPr marL="2468880" indent="0">
              <a:buNone/>
              <a:defRPr sz="2880" b="1"/>
            </a:lvl4pPr>
            <a:lvl5pPr marL="3291840" indent="0">
              <a:buNone/>
              <a:defRPr sz="2880" b="1"/>
            </a:lvl5pPr>
            <a:lvl6pPr marL="4114800" indent="0">
              <a:buNone/>
              <a:defRPr sz="2880" b="1"/>
            </a:lvl6pPr>
            <a:lvl7pPr marL="4937760" indent="0">
              <a:buNone/>
              <a:defRPr sz="2880" b="1"/>
            </a:lvl7pPr>
            <a:lvl8pPr marL="5760720" indent="0">
              <a:buNone/>
              <a:defRPr sz="2880" b="1"/>
            </a:lvl8pPr>
            <a:lvl9pPr marL="6583680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32471" y="8016240"/>
            <a:ext cx="6997304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2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45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44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1463040"/>
            <a:ext cx="5308520" cy="5120640"/>
          </a:xfrm>
        </p:spPr>
        <p:txBody>
          <a:bodyPr anchor="b"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304" y="3159765"/>
            <a:ext cx="8332470" cy="15595600"/>
          </a:xfrm>
        </p:spPr>
        <p:txBody>
          <a:bodyPr/>
          <a:lstStyle>
            <a:lvl1pPr>
              <a:defRPr sz="5760"/>
            </a:lvl1pPr>
            <a:lvl2pPr>
              <a:defRPr sz="5040"/>
            </a:lvl2pPr>
            <a:lvl3pPr>
              <a:defRPr sz="432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6583680"/>
            <a:ext cx="5308520" cy="12197082"/>
          </a:xfrm>
        </p:spPr>
        <p:txBody>
          <a:bodyPr/>
          <a:lstStyle>
            <a:lvl1pPr marL="0" indent="0">
              <a:buNone/>
              <a:defRPr sz="2880"/>
            </a:lvl1pPr>
            <a:lvl2pPr marL="822960" indent="0">
              <a:buNone/>
              <a:defRPr sz="2520"/>
            </a:lvl2pPr>
            <a:lvl3pPr marL="1645920" indent="0">
              <a:buNone/>
              <a:defRPr sz="2160"/>
            </a:lvl3pPr>
            <a:lvl4pPr marL="2468880" indent="0">
              <a:buNone/>
              <a:defRPr sz="1800"/>
            </a:lvl4pPr>
            <a:lvl5pPr marL="3291840" indent="0">
              <a:buNone/>
              <a:defRPr sz="1800"/>
            </a:lvl5pPr>
            <a:lvl6pPr marL="4114800" indent="0">
              <a:buNone/>
              <a:defRPr sz="1800"/>
            </a:lvl6pPr>
            <a:lvl7pPr marL="4937760" indent="0">
              <a:buNone/>
              <a:defRPr sz="1800"/>
            </a:lvl7pPr>
            <a:lvl8pPr marL="5760720" indent="0">
              <a:buNone/>
              <a:defRPr sz="1800"/>
            </a:lvl8pPr>
            <a:lvl9pPr marL="658368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37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1463040"/>
            <a:ext cx="5308520" cy="5120640"/>
          </a:xfrm>
        </p:spPr>
        <p:txBody>
          <a:bodyPr anchor="b"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97304" y="3159765"/>
            <a:ext cx="8332470" cy="15595600"/>
          </a:xfrm>
        </p:spPr>
        <p:txBody>
          <a:bodyPr anchor="t"/>
          <a:lstStyle>
            <a:lvl1pPr marL="0" indent="0">
              <a:buNone/>
              <a:defRPr sz="5760"/>
            </a:lvl1pPr>
            <a:lvl2pPr marL="822960" indent="0">
              <a:buNone/>
              <a:defRPr sz="5040"/>
            </a:lvl2pPr>
            <a:lvl3pPr marL="1645920" indent="0">
              <a:buNone/>
              <a:defRPr sz="4320"/>
            </a:lvl3pPr>
            <a:lvl4pPr marL="2468880" indent="0">
              <a:buNone/>
              <a:defRPr sz="3600"/>
            </a:lvl4pPr>
            <a:lvl5pPr marL="3291840" indent="0">
              <a:buNone/>
              <a:defRPr sz="3600"/>
            </a:lvl5pPr>
            <a:lvl6pPr marL="4114800" indent="0">
              <a:buNone/>
              <a:defRPr sz="3600"/>
            </a:lvl6pPr>
            <a:lvl7pPr marL="4937760" indent="0">
              <a:buNone/>
              <a:defRPr sz="3600"/>
            </a:lvl7pPr>
            <a:lvl8pPr marL="5760720" indent="0">
              <a:buNone/>
              <a:defRPr sz="3600"/>
            </a:lvl8pPr>
            <a:lvl9pPr marL="6583680" indent="0">
              <a:buNone/>
              <a:defRPr sz="3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6583680"/>
            <a:ext cx="5308520" cy="12197082"/>
          </a:xfrm>
        </p:spPr>
        <p:txBody>
          <a:bodyPr/>
          <a:lstStyle>
            <a:lvl1pPr marL="0" indent="0">
              <a:buNone/>
              <a:defRPr sz="2880"/>
            </a:lvl1pPr>
            <a:lvl2pPr marL="822960" indent="0">
              <a:buNone/>
              <a:defRPr sz="2520"/>
            </a:lvl2pPr>
            <a:lvl3pPr marL="1645920" indent="0">
              <a:buNone/>
              <a:defRPr sz="2160"/>
            </a:lvl3pPr>
            <a:lvl4pPr marL="2468880" indent="0">
              <a:buNone/>
              <a:defRPr sz="1800"/>
            </a:lvl4pPr>
            <a:lvl5pPr marL="3291840" indent="0">
              <a:buNone/>
              <a:defRPr sz="1800"/>
            </a:lvl5pPr>
            <a:lvl6pPr marL="4114800" indent="0">
              <a:buNone/>
              <a:defRPr sz="1800"/>
            </a:lvl6pPr>
            <a:lvl7pPr marL="4937760" indent="0">
              <a:buNone/>
              <a:defRPr sz="1800"/>
            </a:lvl7pPr>
            <a:lvl8pPr marL="5760720" indent="0">
              <a:buNone/>
              <a:defRPr sz="1800"/>
            </a:lvl8pPr>
            <a:lvl9pPr marL="658368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68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010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78616" y="1168400"/>
            <a:ext cx="3549015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1571" y="1168400"/>
            <a:ext cx="10441305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25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1570" y="1168405"/>
            <a:ext cx="1419606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5842000"/>
            <a:ext cx="1419606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1570" y="20340325"/>
            <a:ext cx="370332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52110" y="20340325"/>
            <a:ext cx="555498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24310" y="20340325"/>
            <a:ext cx="370332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49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645920" rtl="0" eaLnBrk="1" latinLnBrk="0" hangingPunct="1">
        <a:lnSpc>
          <a:spcPct val="90000"/>
        </a:lnSpc>
        <a:spcBef>
          <a:spcPct val="0"/>
        </a:spcBef>
        <a:buNone/>
        <a:defRPr sz="7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480" indent="-411480" algn="l" defTabSz="164592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1pPr>
      <a:lvl2pPr marL="123444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05740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4pPr>
      <a:lvl5pPr marL="370332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5pPr>
      <a:lvl6pPr marL="452628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6pPr>
      <a:lvl7pPr marL="534924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7pPr>
      <a:lvl8pPr marL="617220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8pPr>
      <a:lvl9pPr marL="699516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2pPr>
      <a:lvl3pPr marL="164592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3pPr>
      <a:lvl4pPr marL="246888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5pPr>
      <a:lvl6pPr marL="411480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6pPr>
      <a:lvl7pPr marL="493776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7pPr>
      <a:lvl8pPr marL="576072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8pPr>
      <a:lvl9pPr marL="658368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81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Reece, Alan</dc:creator>
  <cp:lastModifiedBy>Reece, Alan</cp:lastModifiedBy>
  <cp:revision>3</cp:revision>
  <dcterms:created xsi:type="dcterms:W3CDTF">2025-11-03T19:38:36Z</dcterms:created>
  <dcterms:modified xsi:type="dcterms:W3CDTF">2025-11-03T19:39:57Z</dcterms:modified>
</cp:coreProperties>
</file>