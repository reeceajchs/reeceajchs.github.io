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0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2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5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3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9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3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2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1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87DED-B449-43B9-B82B-BC3E1CAD33E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0F3D3-B572-4160-AEF6-67920319A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0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81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Reece, Alan</dc:creator>
  <cp:lastModifiedBy>Reece, Alan</cp:lastModifiedBy>
  <cp:revision>6</cp:revision>
  <dcterms:created xsi:type="dcterms:W3CDTF">2025-11-03T19:38:36Z</dcterms:created>
  <dcterms:modified xsi:type="dcterms:W3CDTF">2025-11-03T19:41:27Z</dcterms:modified>
</cp:coreProperties>
</file>