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33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9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81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8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6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6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88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04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2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7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4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6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8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Reece, Alan</dc:creator>
  <cp:lastModifiedBy>Reece, Alan</cp:lastModifiedBy>
  <cp:revision>1</cp:revision>
  <dcterms:created xsi:type="dcterms:W3CDTF">2025-11-03T19:38:36Z</dcterms:created>
  <dcterms:modified xsi:type="dcterms:W3CDTF">2025-11-03T19:39:05Z</dcterms:modified>
</cp:coreProperties>
</file>