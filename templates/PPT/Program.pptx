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9" r:id="rId4"/>
    <p:sldId id="258" r:id="rId5"/>
  </p:sldIdLst>
  <p:sldSz cx="50292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3" autoAdjust="0"/>
    <p:restoredTop sz="94660"/>
  </p:normalViewPr>
  <p:slideViewPr>
    <p:cSldViewPr snapToGrid="0">
      <p:cViewPr varScale="1">
        <p:scale>
          <a:sx n="93" d="100"/>
          <a:sy n="93" d="100"/>
        </p:scale>
        <p:origin x="34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190" y="1272011"/>
            <a:ext cx="4274820" cy="2705947"/>
          </a:xfrm>
        </p:spPr>
        <p:txBody>
          <a:bodyPr anchor="b"/>
          <a:lstStyle>
            <a:lvl1pPr algn="ctr">
              <a:defRPr sz="3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4082310"/>
            <a:ext cx="3771900" cy="1876530"/>
          </a:xfrm>
        </p:spPr>
        <p:txBody>
          <a:bodyPr/>
          <a:lstStyle>
            <a:lvl1pPr marL="0" indent="0" algn="ctr">
              <a:buNone/>
              <a:defRPr sz="1320"/>
            </a:lvl1pPr>
            <a:lvl2pPr marL="251460" indent="0" algn="ctr">
              <a:buNone/>
              <a:defRPr sz="1100"/>
            </a:lvl2pPr>
            <a:lvl3pPr marL="502920" indent="0" algn="ctr">
              <a:buNone/>
              <a:defRPr sz="990"/>
            </a:lvl3pPr>
            <a:lvl4pPr marL="754380" indent="0" algn="ctr">
              <a:buNone/>
              <a:defRPr sz="880"/>
            </a:lvl4pPr>
            <a:lvl5pPr marL="1005840" indent="0" algn="ctr">
              <a:buNone/>
              <a:defRPr sz="880"/>
            </a:lvl5pPr>
            <a:lvl6pPr marL="1257300" indent="0" algn="ctr">
              <a:buNone/>
              <a:defRPr sz="880"/>
            </a:lvl6pPr>
            <a:lvl7pPr marL="1508760" indent="0" algn="ctr">
              <a:buNone/>
              <a:defRPr sz="880"/>
            </a:lvl7pPr>
            <a:lvl8pPr marL="1760220" indent="0" algn="ctr">
              <a:buNone/>
              <a:defRPr sz="880"/>
            </a:lvl8pPr>
            <a:lvl9pPr marL="2011680" indent="0" algn="ctr">
              <a:buNone/>
              <a:defRPr sz="8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408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995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138" y="1937705"/>
            <a:ext cx="4337685" cy="3233102"/>
          </a:xfrm>
        </p:spPr>
        <p:txBody>
          <a:bodyPr anchor="b"/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138" y="5201393"/>
            <a:ext cx="4337685" cy="1700212"/>
          </a:xfrm>
        </p:spPr>
        <p:txBody>
          <a:bodyPr/>
          <a:lstStyle>
            <a:lvl1pPr marL="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1pPr>
            <a:lvl2pPr marL="251460" indent="0">
              <a:buNone/>
              <a:defRPr sz="1100">
                <a:solidFill>
                  <a:schemeClr val="tx1">
                    <a:tint val="82000"/>
                  </a:schemeClr>
                </a:solidFill>
              </a:defRPr>
            </a:lvl2pPr>
            <a:lvl3pPr marL="502920" indent="0">
              <a:buNone/>
              <a:defRPr sz="990">
                <a:solidFill>
                  <a:schemeClr val="tx1">
                    <a:tint val="82000"/>
                  </a:schemeClr>
                </a:solidFill>
              </a:defRPr>
            </a:lvl3pPr>
            <a:lvl4pPr marL="754380" indent="0">
              <a:buNone/>
              <a:defRPr sz="880">
                <a:solidFill>
                  <a:schemeClr val="tx1">
                    <a:tint val="82000"/>
                  </a:schemeClr>
                </a:solidFill>
              </a:defRPr>
            </a:lvl4pPr>
            <a:lvl5pPr marL="1005840" indent="0">
              <a:buNone/>
              <a:defRPr sz="880">
                <a:solidFill>
                  <a:schemeClr val="tx1">
                    <a:tint val="82000"/>
                  </a:schemeClr>
                </a:solidFill>
              </a:defRPr>
            </a:lvl5pPr>
            <a:lvl6pPr marL="1257300" indent="0">
              <a:buNone/>
              <a:defRPr sz="880">
                <a:solidFill>
                  <a:schemeClr val="tx1">
                    <a:tint val="82000"/>
                  </a:schemeClr>
                </a:solidFill>
              </a:defRPr>
            </a:lvl6pPr>
            <a:lvl7pPr marL="1508760" indent="0">
              <a:buNone/>
              <a:defRPr sz="880">
                <a:solidFill>
                  <a:schemeClr val="tx1">
                    <a:tint val="82000"/>
                  </a:schemeClr>
                </a:solidFill>
              </a:defRPr>
            </a:lvl7pPr>
            <a:lvl8pPr marL="1760220" indent="0">
              <a:buNone/>
              <a:defRPr sz="880">
                <a:solidFill>
                  <a:schemeClr val="tx1">
                    <a:tint val="82000"/>
                  </a:schemeClr>
                </a:solidFill>
              </a:defRPr>
            </a:lvl8pPr>
            <a:lvl9pPr marL="2011680" indent="0">
              <a:buNone/>
              <a:defRPr sz="8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108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758" y="2069042"/>
            <a:ext cx="213741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46033" y="2069042"/>
            <a:ext cx="213741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555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413810"/>
            <a:ext cx="4337685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13" y="1905318"/>
            <a:ext cx="2127587" cy="933767"/>
          </a:xfrm>
        </p:spPr>
        <p:txBody>
          <a:bodyPr anchor="b"/>
          <a:lstStyle>
            <a:lvl1pPr marL="0" indent="0">
              <a:buNone/>
              <a:defRPr sz="1320" b="1"/>
            </a:lvl1pPr>
            <a:lvl2pPr marL="251460" indent="0">
              <a:buNone/>
              <a:defRPr sz="1100" b="1"/>
            </a:lvl2pPr>
            <a:lvl3pPr marL="502920" indent="0">
              <a:buNone/>
              <a:defRPr sz="990" b="1"/>
            </a:lvl3pPr>
            <a:lvl4pPr marL="754380" indent="0">
              <a:buNone/>
              <a:defRPr sz="880" b="1"/>
            </a:lvl4pPr>
            <a:lvl5pPr marL="1005840" indent="0">
              <a:buNone/>
              <a:defRPr sz="880" b="1"/>
            </a:lvl5pPr>
            <a:lvl6pPr marL="1257300" indent="0">
              <a:buNone/>
              <a:defRPr sz="880" b="1"/>
            </a:lvl6pPr>
            <a:lvl7pPr marL="1508760" indent="0">
              <a:buNone/>
              <a:defRPr sz="880" b="1"/>
            </a:lvl7pPr>
            <a:lvl8pPr marL="1760220" indent="0">
              <a:buNone/>
              <a:defRPr sz="880" b="1"/>
            </a:lvl8pPr>
            <a:lvl9pPr marL="2011680" indent="0">
              <a:buNone/>
              <a:defRPr sz="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413" y="2839085"/>
            <a:ext cx="2127587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46033" y="1905318"/>
            <a:ext cx="2138065" cy="933767"/>
          </a:xfrm>
        </p:spPr>
        <p:txBody>
          <a:bodyPr anchor="b"/>
          <a:lstStyle>
            <a:lvl1pPr marL="0" indent="0">
              <a:buNone/>
              <a:defRPr sz="1320" b="1"/>
            </a:lvl1pPr>
            <a:lvl2pPr marL="251460" indent="0">
              <a:buNone/>
              <a:defRPr sz="1100" b="1"/>
            </a:lvl2pPr>
            <a:lvl3pPr marL="502920" indent="0">
              <a:buNone/>
              <a:defRPr sz="990" b="1"/>
            </a:lvl3pPr>
            <a:lvl4pPr marL="754380" indent="0">
              <a:buNone/>
              <a:defRPr sz="880" b="1"/>
            </a:lvl4pPr>
            <a:lvl5pPr marL="1005840" indent="0">
              <a:buNone/>
              <a:defRPr sz="880" b="1"/>
            </a:lvl5pPr>
            <a:lvl6pPr marL="1257300" indent="0">
              <a:buNone/>
              <a:defRPr sz="880" b="1"/>
            </a:lvl6pPr>
            <a:lvl7pPr marL="1508760" indent="0">
              <a:buNone/>
              <a:defRPr sz="880" b="1"/>
            </a:lvl7pPr>
            <a:lvl8pPr marL="1760220" indent="0">
              <a:buNone/>
              <a:defRPr sz="880" b="1"/>
            </a:lvl8pPr>
            <a:lvl9pPr marL="2011680" indent="0">
              <a:buNone/>
              <a:defRPr sz="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46033" y="2839085"/>
            <a:ext cx="2138065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98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047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651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518160"/>
            <a:ext cx="1622048" cy="1813560"/>
          </a:xfrm>
        </p:spPr>
        <p:txBody>
          <a:bodyPr anchor="b"/>
          <a:lstStyle>
            <a:lvl1pPr>
              <a:defRPr sz="1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8065" y="1119083"/>
            <a:ext cx="2546033" cy="5523442"/>
          </a:xfrm>
        </p:spPr>
        <p:txBody>
          <a:bodyPr/>
          <a:lstStyle>
            <a:lvl1pPr>
              <a:defRPr sz="1760"/>
            </a:lvl1pPr>
            <a:lvl2pPr>
              <a:defRPr sz="1540"/>
            </a:lvl2pPr>
            <a:lvl3pPr>
              <a:defRPr sz="132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2331720"/>
            <a:ext cx="1622048" cy="4319800"/>
          </a:xfrm>
        </p:spPr>
        <p:txBody>
          <a:bodyPr/>
          <a:lstStyle>
            <a:lvl1pPr marL="0" indent="0">
              <a:buNone/>
              <a:defRPr sz="880"/>
            </a:lvl1pPr>
            <a:lvl2pPr marL="251460" indent="0">
              <a:buNone/>
              <a:defRPr sz="770"/>
            </a:lvl2pPr>
            <a:lvl3pPr marL="502920" indent="0">
              <a:buNone/>
              <a:defRPr sz="660"/>
            </a:lvl3pPr>
            <a:lvl4pPr marL="754380" indent="0">
              <a:buNone/>
              <a:defRPr sz="550"/>
            </a:lvl4pPr>
            <a:lvl5pPr marL="1005840" indent="0">
              <a:buNone/>
              <a:defRPr sz="550"/>
            </a:lvl5pPr>
            <a:lvl6pPr marL="1257300" indent="0">
              <a:buNone/>
              <a:defRPr sz="550"/>
            </a:lvl6pPr>
            <a:lvl7pPr marL="1508760" indent="0">
              <a:buNone/>
              <a:defRPr sz="550"/>
            </a:lvl7pPr>
            <a:lvl8pPr marL="1760220" indent="0">
              <a:buNone/>
              <a:defRPr sz="550"/>
            </a:lvl8pPr>
            <a:lvl9pPr marL="201168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116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518160"/>
            <a:ext cx="1622048" cy="1813560"/>
          </a:xfrm>
        </p:spPr>
        <p:txBody>
          <a:bodyPr anchor="b"/>
          <a:lstStyle>
            <a:lvl1pPr>
              <a:defRPr sz="1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38065" y="1119083"/>
            <a:ext cx="2546033" cy="5523442"/>
          </a:xfrm>
        </p:spPr>
        <p:txBody>
          <a:bodyPr anchor="t"/>
          <a:lstStyle>
            <a:lvl1pPr marL="0" indent="0">
              <a:buNone/>
              <a:defRPr sz="1760"/>
            </a:lvl1pPr>
            <a:lvl2pPr marL="251460" indent="0">
              <a:buNone/>
              <a:defRPr sz="1540"/>
            </a:lvl2pPr>
            <a:lvl3pPr marL="502920" indent="0">
              <a:buNone/>
              <a:defRPr sz="1320"/>
            </a:lvl3pPr>
            <a:lvl4pPr marL="754380" indent="0">
              <a:buNone/>
              <a:defRPr sz="1100"/>
            </a:lvl4pPr>
            <a:lvl5pPr marL="1005840" indent="0">
              <a:buNone/>
              <a:defRPr sz="1100"/>
            </a:lvl5pPr>
            <a:lvl6pPr marL="1257300" indent="0">
              <a:buNone/>
              <a:defRPr sz="1100"/>
            </a:lvl6pPr>
            <a:lvl7pPr marL="1508760" indent="0">
              <a:buNone/>
              <a:defRPr sz="1100"/>
            </a:lvl7pPr>
            <a:lvl8pPr marL="1760220" indent="0">
              <a:buNone/>
              <a:defRPr sz="1100"/>
            </a:lvl8pPr>
            <a:lvl9pPr marL="2011680" indent="0">
              <a:buNone/>
              <a:defRPr sz="11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2331720"/>
            <a:ext cx="1622048" cy="4319800"/>
          </a:xfrm>
        </p:spPr>
        <p:txBody>
          <a:bodyPr/>
          <a:lstStyle>
            <a:lvl1pPr marL="0" indent="0">
              <a:buNone/>
              <a:defRPr sz="880"/>
            </a:lvl1pPr>
            <a:lvl2pPr marL="251460" indent="0">
              <a:buNone/>
              <a:defRPr sz="770"/>
            </a:lvl2pPr>
            <a:lvl3pPr marL="502920" indent="0">
              <a:buNone/>
              <a:defRPr sz="660"/>
            </a:lvl3pPr>
            <a:lvl4pPr marL="754380" indent="0">
              <a:buNone/>
              <a:defRPr sz="550"/>
            </a:lvl4pPr>
            <a:lvl5pPr marL="1005840" indent="0">
              <a:buNone/>
              <a:defRPr sz="550"/>
            </a:lvl5pPr>
            <a:lvl6pPr marL="1257300" indent="0">
              <a:buNone/>
              <a:defRPr sz="550"/>
            </a:lvl6pPr>
            <a:lvl7pPr marL="1508760" indent="0">
              <a:buNone/>
              <a:defRPr sz="550"/>
            </a:lvl7pPr>
            <a:lvl8pPr marL="1760220" indent="0">
              <a:buNone/>
              <a:defRPr sz="550"/>
            </a:lvl8pPr>
            <a:lvl9pPr marL="201168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519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231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99022" y="413808"/>
            <a:ext cx="1084421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758" y="413808"/>
            <a:ext cx="3190399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216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758" y="413810"/>
            <a:ext cx="4337685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758" y="2069042"/>
            <a:ext cx="4337685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5758" y="7203865"/>
            <a:ext cx="113157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5923" y="7203865"/>
            <a:ext cx="1697355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1873" y="7203865"/>
            <a:ext cx="113157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9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502920" rtl="0" eaLnBrk="1" latinLnBrk="0" hangingPunct="1">
        <a:lnSpc>
          <a:spcPct val="90000"/>
        </a:lnSpc>
        <a:spcBef>
          <a:spcPct val="0"/>
        </a:spcBef>
        <a:buNone/>
        <a:defRPr sz="24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5730" indent="-125730" algn="l" defTabSz="50292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540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2pPr>
      <a:lvl3pPr marL="62865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88011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990" kern="1200">
          <a:solidFill>
            <a:schemeClr val="tx1"/>
          </a:solidFill>
          <a:latin typeface="+mn-lt"/>
          <a:ea typeface="+mn-ea"/>
          <a:cs typeface="+mn-cs"/>
        </a:defRPr>
      </a:lvl4pPr>
      <a:lvl5pPr marL="113157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990" kern="1200">
          <a:solidFill>
            <a:schemeClr val="tx1"/>
          </a:solidFill>
          <a:latin typeface="+mn-lt"/>
          <a:ea typeface="+mn-ea"/>
          <a:cs typeface="+mn-cs"/>
        </a:defRPr>
      </a:lvl5pPr>
      <a:lvl6pPr marL="138303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990" kern="1200">
          <a:solidFill>
            <a:schemeClr val="tx1"/>
          </a:solidFill>
          <a:latin typeface="+mn-lt"/>
          <a:ea typeface="+mn-ea"/>
          <a:cs typeface="+mn-cs"/>
        </a:defRPr>
      </a:lvl6pPr>
      <a:lvl7pPr marL="163449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990" kern="1200">
          <a:solidFill>
            <a:schemeClr val="tx1"/>
          </a:solidFill>
          <a:latin typeface="+mn-lt"/>
          <a:ea typeface="+mn-ea"/>
          <a:cs typeface="+mn-cs"/>
        </a:defRPr>
      </a:lvl7pPr>
      <a:lvl8pPr marL="188595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990" kern="1200">
          <a:solidFill>
            <a:schemeClr val="tx1"/>
          </a:solidFill>
          <a:latin typeface="+mn-lt"/>
          <a:ea typeface="+mn-ea"/>
          <a:cs typeface="+mn-cs"/>
        </a:defRPr>
      </a:lvl8pPr>
      <a:lvl9pPr marL="2137410" indent="-125730" algn="l" defTabSz="502920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9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1pPr>
      <a:lvl2pPr marL="25146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2pPr>
      <a:lvl3pPr marL="50292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4pPr>
      <a:lvl5pPr marL="100584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6pPr>
      <a:lvl7pPr marL="150876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7pPr>
      <a:lvl8pPr marL="176022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8pPr>
      <a:lvl9pPr marL="2011680" algn="l" defTabSz="502920" rtl="0" eaLnBrk="1" latinLnBrk="0" hangingPunct="1">
        <a:defRPr sz="9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81E7A5-0D9A-A7C2-6823-23DD1D641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58" y="413810"/>
            <a:ext cx="4337685" cy="637740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This is the Front Cover Page.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Back Cover Page is the last page in the document.</a:t>
            </a:r>
            <a:br>
              <a:rPr lang="en-US" dirty="0"/>
            </a:br>
            <a:r>
              <a:rPr lang="en-US" sz="3200" i="1" dirty="0"/>
              <a:t> </a:t>
            </a:r>
            <a:br>
              <a:rPr lang="en-US" sz="3200" dirty="0"/>
            </a:br>
            <a:r>
              <a:rPr lang="en-US" sz="3200" i="1" dirty="0">
                <a:highlight>
                  <a:srgbClr val="FFFF00"/>
                </a:highlight>
              </a:rPr>
              <a:t>Add pages in increments of 4 for proper printing!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81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2E322-EF28-4729-1950-A002295C2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6209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57702-1C13-CA92-83FC-43080A340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7978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B7200-494A-A64C-3102-764ADC7BE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2432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35</Words>
  <Application>Microsoft Office PowerPoint</Application>
  <PresentationFormat>Custom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This is the Front Cover Page.  The Back Cover Page is the last page in the document.   Add pages in increments of 4 for proper printing!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Reece, Alan</dc:creator>
  <cp:lastModifiedBy>Reece, Alan</cp:lastModifiedBy>
  <cp:revision>9</cp:revision>
  <dcterms:created xsi:type="dcterms:W3CDTF">2025-11-03T19:38:36Z</dcterms:created>
  <dcterms:modified xsi:type="dcterms:W3CDTF">2025-11-03T19:46:47Z</dcterms:modified>
</cp:coreProperties>
</file>